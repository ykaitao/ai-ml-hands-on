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Test</a:t>
            </a: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914400"/>
            <a:ext cx="3657600" cy="18288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914400"/>
            <a:ext cx="27432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2026-03-29T01:47:24Z</dcterms:created>
  <dcterms:modified xsi:type="dcterms:W3CDTF">2026-03-29T01:47:24Z</dcterms:modified>
</cp:coreProperties>
</file>